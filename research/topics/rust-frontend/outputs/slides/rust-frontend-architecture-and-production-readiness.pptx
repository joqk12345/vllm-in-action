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先消除最大误解：这不是用 Rust 重写 vLLM，也不是新推理引擎。讨论对象是 API server/frontend。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本次分享同时给出价值和停止线。不要把一次 benchmark 变成默认部署建议。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不要把所有慢请求都归因于 frontend。必须通过 CPU、排队、TTFT 和 GPU 利用率识别瓶颈。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这条边界使渐进替换和回退成为可能，也把验证重点聚焦到跨进程生命周期和北向 API 契约。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从左到右讲请求，再从 Engine Core Client 返回讲输出。每层都是流到流的转换。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新增 endpoint 主要进入 Server；新模型语法主要进入 Chat；engine 协议变化才进入 Engine Core Client。层名可能随版本变化，但职责边界更耐久。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这一设计降低分叉风险，但正确性仍要用取消、断连、空 delta 和 usage 契约测试证明。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网络和 token 流都可能在任意位置切分。parser 的核心状态是：现在有多少文本可以安全输出。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环境变量是选择面，不是完整 rollout/rollback 方案。draining、连接状态和指标连续性仍要演练。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作者主动承认配置不现实。这不是缺陷，而是实验问题定义的一部分。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扩容后的 Python 是必要基线。性能问题不能靠挑选最弱对手来证明。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asc=32 后吞吐接近 Rust，但 P90 TTFT 仍更高。还要比较 CPU、RSS 和进程成本。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 benchmark 素养的核心。专题已明确排除无法恢复单位和配置的 ASR mock engine 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Endpoint 存在只代表第一层。参数、模型、模态、TLS/auth、观测和 lifecycle 都可能阻止生产替代。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每道 gate 都必须产出一个可验证的工件。目标是把未知变成可重复验证。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只改环境变量不等于零风险回退。连接、状态和观测连续性都要演练。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这不是一条独立新闻，而是架构、API、benchmark、可靠性和升级五章共同使用的工程案例。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 contract、生产边界和回退未通过前，不把 Rust Frontend 写成默认生产建议。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vLLM Rust Frontend：架构与生产成熟度</dc:title>
  <dc:subject>基于 vLLM 官方 RFC、README 与 feature-parity roadmap；核对日期 2026-07-25</dc:subject>
  <dc:creator>vllm-in-action</dc:creator>
  <cp:lastModifiedBy>vllm-in-action</cp:lastModifiedBy>
  <cp:revision>1</cp:revision>
  <dcterms:created xsi:type="dcterms:W3CDTF">2026-07-25T07:17:50Z</dcterms:created>
  <dcterms:modified xsi:type="dcterms:W3CDTF">2026-07-25T07:17:50Z</dcterms:modified>
</cp:coreProperties>
</file>